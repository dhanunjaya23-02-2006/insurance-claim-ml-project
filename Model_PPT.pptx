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75D90-AECA-5ABD-B5B3-547A8CDDF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EB9392-68BF-E1B9-C5AF-6AE6C8536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6AD87-3C68-1FF5-7F15-19AD877CC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F8FE4-64A9-47A4-BA55-CAD333195A74}" type="datetimeFigureOut">
              <a:rPr lang="en-IN" smtClean="0"/>
              <a:t>Wed 26/03/25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CE8B0-A91B-C0A9-5A3A-C9A42F0EC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6BD0E-2C81-7A1A-DDAD-18684D03D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1B1CA-9858-46FF-BBAD-E701D840C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880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90852-82A0-B3AD-0FAA-11A9238F6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A8AAC-F9C6-EBBA-5B1D-96F86F349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34326-A378-E403-BFE9-921195827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F8FE4-64A9-47A4-BA55-CAD333195A74}" type="datetimeFigureOut">
              <a:rPr lang="en-IN" smtClean="0"/>
              <a:t>Wed 26/03/25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0340B-E22D-5828-04F3-F7A0D56A6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AF1AE-6EFB-BA70-19BD-047264EDF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1B1CA-9858-46FF-BBAD-E701D840C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14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F2699-ACBB-F80F-3286-377BCC61F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4E1EA-AD4D-7EFD-BD61-9D6678947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90CBE-0094-C5EB-99CD-9BAF7D15A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F8FE4-64A9-47A4-BA55-CAD333195A74}" type="datetimeFigureOut">
              <a:rPr lang="en-IN" smtClean="0"/>
              <a:t>Wed 26/03/25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5E81F-8052-BD31-09DE-16B5238E1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985B0-C36A-BE39-54D7-0DCD36F7C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1B1CA-9858-46FF-BBAD-E701D840C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876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4F124-CFBA-C3C3-CA1A-2E7CE5372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5F6A4-0669-C542-1B15-E79B9147E9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930D20-0F1F-71FB-E8C3-6B609E2E1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097AC-CC70-0606-A076-09113AB48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F8FE4-64A9-47A4-BA55-CAD333195A74}" type="datetimeFigureOut">
              <a:rPr lang="en-IN" smtClean="0"/>
              <a:t>Wed 26/03/25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BAF0F-1FAC-30E6-FDB5-2DEF89844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E92A2-F939-89B1-09A8-9801C73D1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1B1CA-9858-46FF-BBAD-E701D840C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709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13A5B-C05C-C83D-EB26-1F0D6DEAA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57AC4-E2E9-2D67-FCDA-0D53C8697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4658C-939E-19AF-E273-2F557D024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5B95E4-E4E0-65E7-695F-8289520E04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6414EC-2260-B9C4-BAE4-1D2D011D29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75337E-607C-06FF-7CA5-95C31C149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F8FE4-64A9-47A4-BA55-CAD333195A74}" type="datetimeFigureOut">
              <a:rPr lang="en-IN" smtClean="0"/>
              <a:t>Wed 26/03/25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CFE6E6-7CB0-0432-FEC5-B5D6EC098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04055B-406F-2FE2-2273-EB954D16D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1B1CA-9858-46FF-BBAD-E701D840C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820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646DD-D2CE-A53D-908D-C6ABEC57B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A2B572-DA25-6A61-BB45-11DE3123E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F8FE4-64A9-47A4-BA55-CAD333195A74}" type="datetimeFigureOut">
              <a:rPr lang="en-IN" smtClean="0"/>
              <a:t>Wed 26/03/25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06AC1-C0B9-288E-9828-E60E8A124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0CD7-3770-C6C0-ED1F-4D7206B8C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1B1CA-9858-46FF-BBAD-E701D840C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00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07494A-7281-2B84-9C23-0404DB00C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F8FE4-64A9-47A4-BA55-CAD333195A74}" type="datetimeFigureOut">
              <a:rPr lang="en-IN" smtClean="0"/>
              <a:t>Wed 26/03/25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DE5BA7-72AC-4352-0562-74AE1D6BA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A6B07-0798-7FC1-D55F-A34B9930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1B1CA-9858-46FF-BBAD-E701D840C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24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B5659-141D-F4BE-C99E-17381A96D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7CF04-AA04-9ADE-7A05-42DC2F307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B84EB8-4A7D-4FA0-5D8C-C9B05D591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434C2-310B-6F85-1F16-DB0524812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F8FE4-64A9-47A4-BA55-CAD333195A74}" type="datetimeFigureOut">
              <a:rPr lang="en-IN" smtClean="0"/>
              <a:t>Wed 26/03/25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0A703-09F4-6CEE-394B-B05ACE9A3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FBB0A-EEE6-88F1-0A59-5D29475CC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1B1CA-9858-46FF-BBAD-E701D840C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054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9ED76-EDD9-FF73-8A44-A961DD755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F18411-3EA1-19D3-55C0-441829E8AD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6E18B-2554-7BB2-9276-5F419998B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D288F6-CDF8-1BDB-BC99-1C4CB16A6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F8FE4-64A9-47A4-BA55-CAD333195A74}" type="datetimeFigureOut">
              <a:rPr lang="en-IN" smtClean="0"/>
              <a:t>Wed 26/03/25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B03E3-8F8D-CEFC-BBEC-659C2C72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0E493-A0FD-579B-2673-A176AD77D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1B1CA-9858-46FF-BBAD-E701D840C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520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09B9-56D6-E12A-CBF8-72798F9C0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CFCFF3-DB73-6B4A-E3EA-41D33FF480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2DC9E-55C4-1178-902B-E7C416CEB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F8FE4-64A9-47A4-BA55-CAD333195A74}" type="datetimeFigureOut">
              <a:rPr lang="en-IN" smtClean="0"/>
              <a:t>Wed 26/03/25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CE6EE-ACCE-7D30-F48D-E2DA520E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92C51-E237-B184-2202-4FC25DF69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1B1CA-9858-46FF-BBAD-E701D840C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694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91173E-D630-BCD6-609A-21B59D0C2A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3EAF1A-47D4-52A7-B970-B70D7B828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1C19A-6879-C44C-75CE-F23A33677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F8FE4-64A9-47A4-BA55-CAD333195A74}" type="datetimeFigureOut">
              <a:rPr lang="en-IN" smtClean="0"/>
              <a:t>Wed 26/03/25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16F43-F155-3128-5CE2-D0BC4FDAB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F46F6-7B81-8F7F-5347-9362B1BB1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1B1CA-9858-46FF-BBAD-E701D840C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137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0AEED2-69AC-D300-7412-40FCEBF64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25379-7BFF-DB50-4D88-ED21CE3FB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A487D-3C51-3BD3-F7F4-A0AC853041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F8FE4-64A9-47A4-BA55-CAD333195A74}" type="datetimeFigureOut">
              <a:rPr lang="en-IN" smtClean="0"/>
              <a:t>Wed 26/03/25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1A5A2-640A-DB20-BF0F-69F01F4704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8E793-9640-B362-03EA-3FFD9FFF45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1B1CA-9858-46FF-BBAD-E701D840C2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242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FF8E4-5107-C558-01DE-8FEFF06FB3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Project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FF1963-B4BD-1733-4FC2-67F2DCE841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Group Members Info</a:t>
            </a:r>
          </a:p>
        </p:txBody>
      </p:sp>
    </p:spTree>
    <p:extLst>
      <p:ext uri="{BB962C8B-B14F-4D97-AF65-F5344CB8AC3E}">
        <p14:creationId xmlns:p14="http://schemas.microsoft.com/office/powerpoint/2010/main" val="3334524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0EAA9-5CB3-728D-649A-1C4BDFF1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F2E79-2F35-B450-0B9C-B3AC784E9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List the topics</a:t>
            </a:r>
          </a:p>
        </p:txBody>
      </p:sp>
    </p:spTree>
    <p:extLst>
      <p:ext uri="{BB962C8B-B14F-4D97-AF65-F5344CB8AC3E}">
        <p14:creationId xmlns:p14="http://schemas.microsoft.com/office/powerpoint/2010/main" val="2576503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34C97-A30B-1408-F710-85103CD9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and Use case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D4A72-C054-7E9D-2C92-F13B00770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3523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5AF77-A3B2-E27B-E135-E6AF9170A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433DB-7988-ED2F-8F00-D966075C0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Give here the solution steps in sequence. Give flow chart also</a:t>
            </a:r>
          </a:p>
        </p:txBody>
      </p:sp>
    </p:spTree>
    <p:extLst>
      <p:ext uri="{BB962C8B-B14F-4D97-AF65-F5344CB8AC3E}">
        <p14:creationId xmlns:p14="http://schemas.microsoft.com/office/powerpoint/2010/main" val="3206109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B326D-2541-A43F-2AE7-763727E90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about Dataset (Meta Data)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DB8110-7C7F-6F35-35BC-F72A10EF87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9632911"/>
              </p:ext>
            </p:extLst>
          </p:nvPr>
        </p:nvGraphicFramePr>
        <p:xfrm>
          <a:off x="796954" y="1825625"/>
          <a:ext cx="972273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339">
                  <a:extLst>
                    <a:ext uri="{9D8B030D-6E8A-4147-A177-3AD203B41FA5}">
                      <a16:colId xmlns:a16="http://schemas.microsoft.com/office/drawing/2014/main" val="361176032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4792668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3504866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155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Shape of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9605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No of Categorical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9356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No of Continuous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70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No of Missing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243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No of Duplicated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98552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4BDF2AE-3132-42B4-3FD8-0912CBE459A9}"/>
              </a:ext>
            </a:extLst>
          </p:cNvPr>
          <p:cNvSpPr txBox="1"/>
          <p:nvPr/>
        </p:nvSpPr>
        <p:spPr>
          <a:xfrm>
            <a:off x="5016617" y="4949505"/>
            <a:ext cx="3200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Paste here </a:t>
            </a:r>
            <a:r>
              <a:rPr lang="en-IN" dirty="0" err="1"/>
              <a:t>df.head</a:t>
            </a:r>
            <a:r>
              <a:rPr lang="en-IN" dirty="0"/>
              <a:t>() screenshot</a:t>
            </a:r>
          </a:p>
        </p:txBody>
      </p:sp>
    </p:spTree>
    <p:extLst>
      <p:ext uri="{BB962C8B-B14F-4D97-AF65-F5344CB8AC3E}">
        <p14:creationId xmlns:p14="http://schemas.microsoft.com/office/powerpoint/2010/main" val="2620833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D3838-C1DB-0BD6-C585-6F977B43B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Preprocessing Information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4746053-103E-180F-FC04-8CC1FB1A40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3650076"/>
              </p:ext>
            </p:extLst>
          </p:nvPr>
        </p:nvGraphicFramePr>
        <p:xfrm>
          <a:off x="838200" y="1825625"/>
          <a:ext cx="10515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207">
                  <a:extLst>
                    <a:ext uri="{9D8B030D-6E8A-4147-A177-3AD203B41FA5}">
                      <a16:colId xmlns:a16="http://schemas.microsoft.com/office/drawing/2014/main" val="3318715251"/>
                    </a:ext>
                  </a:extLst>
                </a:gridCol>
                <a:gridCol w="2952925">
                  <a:extLst>
                    <a:ext uri="{9D8B030D-6E8A-4147-A177-3AD203B41FA5}">
                      <a16:colId xmlns:a16="http://schemas.microsoft.com/office/drawing/2014/main" val="1900974659"/>
                    </a:ext>
                  </a:extLst>
                </a:gridCol>
                <a:gridCol w="1459685">
                  <a:extLst>
                    <a:ext uri="{9D8B030D-6E8A-4147-A177-3AD203B41FA5}">
                      <a16:colId xmlns:a16="http://schemas.microsoft.com/office/drawing/2014/main" val="4169679435"/>
                    </a:ext>
                  </a:extLst>
                </a:gridCol>
                <a:gridCol w="1350627">
                  <a:extLst>
                    <a:ext uri="{9D8B030D-6E8A-4147-A177-3AD203B41FA5}">
                      <a16:colId xmlns:a16="http://schemas.microsoft.com/office/drawing/2014/main" val="143025527"/>
                    </a:ext>
                  </a:extLst>
                </a:gridCol>
                <a:gridCol w="4072156">
                  <a:extLst>
                    <a:ext uri="{9D8B030D-6E8A-4147-A177-3AD203B41FA5}">
                      <a16:colId xmlns:a16="http://schemas.microsoft.com/office/drawing/2014/main" val="3468635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SNo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Column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DataType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 of </a:t>
                      </a:r>
                      <a:r>
                        <a:rPr lang="en-IN" dirty="0" err="1"/>
                        <a:t>NaN</a:t>
                      </a:r>
                      <a:r>
                        <a:rPr lang="en-IN" dirty="0"/>
                        <a:t>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Action taken </a:t>
                      </a:r>
                    </a:p>
                    <a:p>
                      <a:r>
                        <a:rPr lang="en-IN" dirty="0"/>
                        <a:t>(Filled with Mean/Median/Deleted etc)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136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752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540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263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364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715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11BCD-9A9F-42A1-1DFC-F3FB3EEC4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Visualization for Continuous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4CD73-BC2E-2BCD-5A43-8A9B84E47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Paste here sample Box plot and histogram (one or two)</a:t>
            </a:r>
          </a:p>
        </p:txBody>
      </p:sp>
    </p:spTree>
    <p:extLst>
      <p:ext uri="{BB962C8B-B14F-4D97-AF65-F5344CB8AC3E}">
        <p14:creationId xmlns:p14="http://schemas.microsoft.com/office/powerpoint/2010/main" val="1366471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261D9-40BF-7E1B-D9A9-24DE79307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Visualization for Categorical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ABE67-28CF-0ECC-241E-546D46761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Paste here sample bar plots(one or two)</a:t>
            </a:r>
          </a:p>
        </p:txBody>
      </p:sp>
    </p:spTree>
    <p:extLst>
      <p:ext uri="{BB962C8B-B14F-4D97-AF65-F5344CB8AC3E}">
        <p14:creationId xmlns:p14="http://schemas.microsoft.com/office/powerpoint/2010/main" val="577758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5369A-587C-222B-4BBE-A0926D136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Encoding Information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CE3FFE-0F07-D5AA-6A2B-1598E27393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3705924"/>
              </p:ext>
            </p:extLst>
          </p:nvPr>
        </p:nvGraphicFramePr>
        <p:xfrm>
          <a:off x="1039536" y="1682299"/>
          <a:ext cx="6586057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708">
                  <a:extLst>
                    <a:ext uri="{9D8B030D-6E8A-4147-A177-3AD203B41FA5}">
                      <a16:colId xmlns:a16="http://schemas.microsoft.com/office/drawing/2014/main" val="2937918384"/>
                    </a:ext>
                  </a:extLst>
                </a:gridCol>
                <a:gridCol w="3540154">
                  <a:extLst>
                    <a:ext uri="{9D8B030D-6E8A-4147-A177-3AD203B41FA5}">
                      <a16:colId xmlns:a16="http://schemas.microsoft.com/office/drawing/2014/main" val="2662313234"/>
                    </a:ext>
                  </a:extLst>
                </a:gridCol>
                <a:gridCol w="2290195">
                  <a:extLst>
                    <a:ext uri="{9D8B030D-6E8A-4147-A177-3AD203B41FA5}">
                      <a16:colId xmlns:a16="http://schemas.microsoft.com/office/drawing/2014/main" val="7382731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Column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Type of Encoding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381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540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054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26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76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517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4753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1D134-50F7-F5CA-B90A-16F88873E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Standardization (If applicable)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60A52-52D2-0D46-C929-C96065BC3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Describe here the library used for scaling and display sample screenshot.</a:t>
            </a:r>
          </a:p>
        </p:txBody>
      </p:sp>
    </p:spTree>
    <p:extLst>
      <p:ext uri="{BB962C8B-B14F-4D97-AF65-F5344CB8AC3E}">
        <p14:creationId xmlns:p14="http://schemas.microsoft.com/office/powerpoint/2010/main" val="2751362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9FF70-9D75-050C-4F97-7AB325FB6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Pre-processed Dataset Info()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59260-C0D7-4E40-2FA9-658219634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Paste the  pre-processed info() of the final dataset used in model building</a:t>
            </a:r>
          </a:p>
        </p:txBody>
      </p:sp>
    </p:spTree>
    <p:extLst>
      <p:ext uri="{BB962C8B-B14F-4D97-AF65-F5344CB8AC3E}">
        <p14:creationId xmlns:p14="http://schemas.microsoft.com/office/powerpoint/2010/main" val="3411048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1DE00-C6FB-CED6-3888-7CE8FE6F7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List Models Implemented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E92591E-A87B-5308-4B6E-B35D5B3683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3873830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9598">
                  <a:extLst>
                    <a:ext uri="{9D8B030D-6E8A-4147-A177-3AD203B41FA5}">
                      <a16:colId xmlns:a16="http://schemas.microsoft.com/office/drawing/2014/main" val="2559027144"/>
                    </a:ext>
                  </a:extLst>
                </a:gridCol>
                <a:gridCol w="3624044">
                  <a:extLst>
                    <a:ext uri="{9D8B030D-6E8A-4147-A177-3AD203B41FA5}">
                      <a16:colId xmlns:a16="http://schemas.microsoft.com/office/drawing/2014/main" val="1449370372"/>
                    </a:ext>
                  </a:extLst>
                </a:gridCol>
                <a:gridCol w="3423058">
                  <a:extLst>
                    <a:ext uri="{9D8B030D-6E8A-4147-A177-3AD203B41FA5}">
                      <a16:colId xmlns:a16="http://schemas.microsoft.com/office/drawing/2014/main" val="17700793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881400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Major </a:t>
                      </a:r>
                      <a:r>
                        <a:rPr lang="en-IN" dirty="0" err="1"/>
                        <a:t>HyperParameters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17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286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224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3303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1148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4350A30-5964-F17B-EAD7-AD548967E7ED}"/>
              </a:ext>
            </a:extLst>
          </p:cNvPr>
          <p:cNvSpPr txBox="1"/>
          <p:nvPr/>
        </p:nvSpPr>
        <p:spPr>
          <a:xfrm>
            <a:off x="2676088" y="4353886"/>
            <a:ext cx="7453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Give here the details (salient features) of final model selected for deployment</a:t>
            </a:r>
          </a:p>
        </p:txBody>
      </p:sp>
    </p:spTree>
    <p:extLst>
      <p:ext uri="{BB962C8B-B14F-4D97-AF65-F5344CB8AC3E}">
        <p14:creationId xmlns:p14="http://schemas.microsoft.com/office/powerpoint/2010/main" val="1152990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0B3DE-E2A4-588F-95D5-AD23FA07A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Performance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F06C0-F0AA-362B-6A94-ADC897484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Paste here the performance parameters like </a:t>
            </a:r>
          </a:p>
          <a:p>
            <a:pPr marL="0" indent="0">
              <a:buNone/>
            </a:pPr>
            <a:r>
              <a:rPr lang="en-IN" dirty="0"/>
              <a:t>Mean Squared Error, R-squared (Regression)</a:t>
            </a:r>
          </a:p>
          <a:p>
            <a:pPr marL="0" indent="0">
              <a:buNone/>
            </a:pPr>
            <a:r>
              <a:rPr lang="en-IN" dirty="0"/>
              <a:t>Classification Report (Classification)</a:t>
            </a:r>
          </a:p>
          <a:p>
            <a:pPr marL="0" indent="0">
              <a:buNone/>
            </a:pPr>
            <a:r>
              <a:rPr lang="en-IN" dirty="0" err="1"/>
              <a:t>Silhoutte</a:t>
            </a:r>
            <a:r>
              <a:rPr lang="en-IN" dirty="0"/>
              <a:t> Score and Clusters image (for Clustering)</a:t>
            </a:r>
          </a:p>
          <a:p>
            <a:pPr marL="0" indent="0">
              <a:buNone/>
            </a:pPr>
            <a:r>
              <a:rPr lang="en-IN" dirty="0"/>
              <a:t>Sample recommendations generated(recommendation Systems)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5684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B81BA-3A93-A69D-EF38-A736DFC10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Deployment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461D7-DF77-514F-89C0-2690122CB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Describe (briefly)the platforms (Render, </a:t>
            </a:r>
            <a:r>
              <a:rPr lang="en-IN" dirty="0" err="1"/>
              <a:t>Github</a:t>
            </a:r>
            <a:r>
              <a:rPr lang="en-IN" dirty="0"/>
              <a:t>) used</a:t>
            </a:r>
          </a:p>
          <a:p>
            <a:pPr marL="0" indent="0">
              <a:buNone/>
            </a:pPr>
            <a:r>
              <a:rPr lang="en-IN" dirty="0"/>
              <a:t>List the names of files created and uploaded into </a:t>
            </a:r>
            <a:r>
              <a:rPr lang="en-IN" dirty="0" err="1"/>
              <a:t>github</a:t>
            </a:r>
            <a:r>
              <a:rPr lang="en-IN" dirty="0"/>
              <a:t> for deployment</a:t>
            </a:r>
          </a:p>
          <a:p>
            <a:pPr marL="0" indent="0">
              <a:buNone/>
            </a:pPr>
            <a:r>
              <a:rPr lang="en-IN" dirty="0"/>
              <a:t>Give the architecture diagram of components and their interaction used in </a:t>
            </a:r>
            <a:r>
              <a:rPr lang="en-IN" dirty="0" err="1"/>
              <a:t>Falsk</a:t>
            </a:r>
            <a:r>
              <a:rPr lang="en-IN" dirty="0"/>
              <a:t> deployment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1456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E7C12-D840-FEED-FA16-4A49EC809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Deployment Front End Screenshots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FEC52-66A1-87E8-C841-505287FE7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URL of app</a:t>
            </a:r>
          </a:p>
          <a:p>
            <a:pPr marL="0" indent="0">
              <a:buNone/>
            </a:pPr>
            <a:r>
              <a:rPr lang="en-IN" dirty="0"/>
              <a:t>Data Entry Page image</a:t>
            </a:r>
          </a:p>
          <a:p>
            <a:pPr marL="0" indent="0">
              <a:buNone/>
            </a:pPr>
            <a:r>
              <a:rPr lang="en-IN" dirty="0"/>
              <a:t>Results Image</a:t>
            </a:r>
          </a:p>
        </p:txBody>
      </p:sp>
    </p:spTree>
    <p:extLst>
      <p:ext uri="{BB962C8B-B14F-4D97-AF65-F5344CB8AC3E}">
        <p14:creationId xmlns:p14="http://schemas.microsoft.com/office/powerpoint/2010/main" val="931532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987EF-ED36-C6BC-464E-76703A4C3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1A114-E592-F047-B050-FD5DF83CD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                                  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                       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3100030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282</Words>
  <Application>Microsoft Office PowerPoint</Application>
  <PresentationFormat>Widescreen</PresentationFormat>
  <Paragraphs>60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Project Title</vt:lpstr>
      <vt:lpstr>Contents</vt:lpstr>
      <vt:lpstr>Objectives and Use case Details</vt:lpstr>
      <vt:lpstr>Methodology</vt:lpstr>
      <vt:lpstr>Data about Dataset (Meta Data)</vt:lpstr>
      <vt:lpstr>Dataset Preprocessing Information</vt:lpstr>
      <vt:lpstr>Data Visualization for Continuous Variables</vt:lpstr>
      <vt:lpstr>Data Visualization for Categorical Columns</vt:lpstr>
      <vt:lpstr>Data Encoding Information</vt:lpstr>
      <vt:lpstr>Data Standardization (If applicable)</vt:lpstr>
      <vt:lpstr>Pre-processed Dataset Info()</vt:lpstr>
      <vt:lpstr>List Models Implemented</vt:lpstr>
      <vt:lpstr>Model Performance </vt:lpstr>
      <vt:lpstr>Deployment Details</vt:lpstr>
      <vt:lpstr>Deployment Front End Screenshots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 Charan</dc:creator>
  <cp:lastModifiedBy>Shiva Charan</cp:lastModifiedBy>
  <cp:revision>4</cp:revision>
  <dcterms:created xsi:type="dcterms:W3CDTF">2025-03-26T01:21:18Z</dcterms:created>
  <dcterms:modified xsi:type="dcterms:W3CDTF">2025-03-26T02:19:12Z</dcterms:modified>
</cp:coreProperties>
</file>